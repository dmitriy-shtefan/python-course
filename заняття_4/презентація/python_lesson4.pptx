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11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 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Логічні оператори і валідація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760720" y="1143000"/>
            <a:ext cx="3063240" cy="24231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25312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25312" y="1719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</a:t>
            </a:r>
            <a:r>
              <a:rPr lang="en-US" sz="14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5312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==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"q"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5312" y="2478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==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"quit"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5312" y="2898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name.strip()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вже знаємо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Порівняння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&lt; &gt;= &lt;= == !=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/ elif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вибір за умовою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↩️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альтернативна гілка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278892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50876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↔️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Відступи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пробіли — синтаксис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78892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434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int(input())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перетворення перед порівнянням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Сьогоднішня ціль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Поєднувати кілька умов через and, or, not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94360" y="2093976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Розуміти, які значення Python вважає «правдивими»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Перевіряти коректність введених даних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Будувати зрозумілі й надійні перевірки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Коли однієї умови недостатньо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реальних програмах рішення залежить одразу від кількох чинників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324063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 банківський рахунок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22776" y="1645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922776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 ≥ 18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321808" y="1671841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96128" y="1645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596128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є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95160" y="1671841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1645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26948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боргів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25880" y="20848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32588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199" y="2606040"/>
            <a:ext cx="8324063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48640" y="260604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🎟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325880" y="2679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Отримати знижку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22776" y="2788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922776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21808" y="279247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96128" y="2788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59612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Пенсіонер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13448" y="280720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69480" y="278434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7168896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промокод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325880" y="32278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1325880" y="3227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324062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325880" y="3822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Запросити пароль ще раз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922776" y="3931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4023360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порожнє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5321808" y="3926819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96128" y="393192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5596128" y="3931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8 символів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325880" y="437083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1325880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and: всі умови мають бути True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повертає True лише якщо обидві умови True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0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87168" y="1417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93208" y="1417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7315200" cy="5029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87168" y="1847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93208" y="1847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0" y="1956816"/>
            <a:ext cx="54864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57200" y="2414016"/>
            <a:ext cx="7315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57200" y="24140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87168" y="24140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63240" y="24140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3208" y="24140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414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2980944"/>
            <a:ext cx="7315200" cy="5029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57200" y="29809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87168" y="29809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63240" y="29809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93208" y="29809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29809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3547872"/>
            <a:ext cx="7315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5720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487168" y="3547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06324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93208" y="3547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69280" y="3547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731520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594360" y="41605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= True тільки коли ОБИДВІ умови True. Одна False — і результат False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Приклад and: доступ за умовами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4231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11247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1247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("Ваш вік: "))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("Підтвердіть (так/ні): ")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confirmed ==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"так"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("Доступ відкрито ✓")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("Доступ закрито ✗")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варіанти: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2011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011680" cy="5486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4864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age=20, conf="так"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відкрито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931920"/>
            <a:ext cx="2011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2606040" y="3931920"/>
            <a:ext cx="201168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69748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age=20, conf="ні"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закрито 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31920"/>
            <a:ext cx="2011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754880" y="3931920"/>
            <a:ext cx="201168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4632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age=15, conf="так"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закрито 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3931920"/>
            <a:ext cx="2011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6903720" y="3931920"/>
            <a:ext cx="201168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995160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age=15, conf="ні"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43708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закрито 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or: достатньо однієї умови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повертає True якщо хоча б одна умова True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0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87168" y="141732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38928" y="14173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7315200" cy="5029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87168" y="18470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38928" y="1847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414016"/>
            <a:ext cx="7315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57200" y="24140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87168" y="24140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08960" y="24140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38928" y="24140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2414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2980944"/>
            <a:ext cx="7315200" cy="5029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57200" y="29809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87168" y="29809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08960" y="29809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8928" y="29809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0" y="29809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3547872"/>
            <a:ext cx="7315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5720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87168" y="35478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0896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38928" y="3547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0" y="3547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731520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94360" y="41605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False тільки коли ОБИДВІ умови False. Одна True — і результат True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Приклад or: допустимі команди меню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3317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11247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24128" y="11247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("Команда: ").strip().lower()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cmd ==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"q"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cmd ==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"quit"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cmd ==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"exit"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("Вихід з програми")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("Невідома команда:", cmd)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3931920" cy="34747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Спрацює вихід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493008"/>
            <a:ext cx="393192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46320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Невідома команда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3931920" cy="338328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427024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"quit"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3931920" cy="338328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94360" y="465429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"exit"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3886200"/>
            <a:ext cx="3931920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92040" y="388620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"вихід"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4270248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892040" y="427024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"стоп"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4654296"/>
            <a:ext cx="3931920" cy="3383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892040" y="465429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not: перевірка протилежного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перевертає bool значення: True → False, False → True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417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5029200" cy="5029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8470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1847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50292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48640" y="241401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4140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24140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86200" y="24140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127248"/>
            <a:ext cx="5486400" cy="18288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21792" y="32461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822960" y="32461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1024128" y="32461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94360" y="3447288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Без not — важко читати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is_logged_in == 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("Увійдіть спочатку")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 not — читабельніше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is_logged_in: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("Увійдіть спочатку")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3127248"/>
            <a:ext cx="2560320" cy="182880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309360" y="32461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not читається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слово "не":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is_ready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"не готово"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Правдиві та хибні значення (bool)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може перевірити будь-яке значення як True або False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 — правдиві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3977640" cy="3840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False — хибні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397764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"Олена"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18470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непорожній рядок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23408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з нулем — True!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397764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28346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будь-яке число ≠ 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2920" y="33284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57400" y="332841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від'ємні теж True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22192"/>
            <a:ext cx="397764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02920" y="38221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38221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непорожній список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847088"/>
            <a:ext cx="397764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937760" y="18470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18470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порожній рядок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340864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937760" y="23408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23408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2834640"/>
            <a:ext cx="397764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937760" y="2834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2834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 float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32841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937760" y="33284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33284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відсутнє значення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3822192"/>
            <a:ext cx="397764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Text 36"/>
          <p:cNvSpPr/>
          <p:nvPr/>
        </p:nvSpPr>
        <p:spPr>
          <a:xfrm>
            <a:off x="493776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382219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порожній список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Порожній рядок, нуль, непорожній текст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65090" y="89173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665090" y="89173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Дуже зручно для перевірки введення без зайвих порівнянь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3426733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7955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("Ваше ім'я: ").strip()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Довгий спосіб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!=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("Привіт,", name)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Короткий спосіб (те саме)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name: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True якщо не порожній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("Привіт,", name)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Перевірка на порожній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name: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True якщо порожній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("Ім'я не може бути порожнім")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83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Валідація: захист від некоректних даних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57533" y="102020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657533" y="1020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має захищатись від некоректних даних — це і є валідація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64008" cy="153619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21208" y="1536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порожнє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221992"/>
            <a:ext cx="3749040" cy="5029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12648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name.strip():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444752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709160" y="1444752"/>
            <a:ext cx="64008" cy="1536192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64608" y="1536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15819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Потрібна довжина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64608" y="2221992"/>
            <a:ext cx="3749040" cy="5029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956048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len(pwd) &lt; 8: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64008" cy="153619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21208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Числовий діапазон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1208" y="3886200"/>
            <a:ext cx="3749040" cy="5029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12648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&lt; 0 or age &gt; 120: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4069080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64008" cy="1536192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4864608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53212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певні варіанти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864608" y="3886200"/>
            <a:ext cx="3749040" cy="5029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956048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role not in ["user","admin"]: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 програма завжди перевіряє дані перед тим, як їх використовувати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Практика: реєстрація користувача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Напишіть програму реєстрації, яка перевіряє: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5669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не порожнє (після strip)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54864" cy="56692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94360" y="2139696"/>
            <a:ext cx="384048" cy="384048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0299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не коротше 2 символів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54864" cy="56692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2798064"/>
            <a:ext cx="384048" cy="384048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883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 від 0 до 120 (ціле число)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54864" cy="566928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94360" y="3456432"/>
            <a:ext cx="384048" cy="384048"/>
          </a:xfrm>
          <a:prstGeom prst="ellipse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3467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= 'user' або 'admin'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1371600"/>
            <a:ext cx="3566160" cy="26517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376672" y="14904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577840" y="14904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779008" y="14904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Ім'я: 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Помилка: порожнє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Ім'я: 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</a:t>
            </a:r>
            <a:r>
              <a:rPr lang="en-US" sz="12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Помилка: &lt; 2 символів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Ім'я: 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Олена</a:t>
            </a:r>
            <a:r>
              <a:rPr lang="en-US" sz="12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OK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Вік: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r>
              <a:rPr lang="en-US" sz="12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Помилка: поза діапазоном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Вік: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2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OK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Роль: 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r>
              <a:rPr lang="en-US" sz="12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Помилка: невідома роль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Роль: 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r>
              <a:rPr lang="en-US" sz="12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OK ✓ Зареєстровано!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133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Підказка: перевіряй кожне поле окремо своїм if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Типові помилки з логічними умовами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3291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== 1 or 2  (не те, що здається)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9875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 → bool(2) → True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30352" y="14721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31520" y="14721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932688" y="14721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2920" y="167335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завжди True!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53312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873752" y="14721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074920" y="14721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276088" y="14721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46320" y="167335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13533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7448" y="13533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313432"/>
            <a:ext cx="8412480" cy="3291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02920" y="2313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замість or для діапазону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313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не може бути одночасно &lt; 0 і &gt; 120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79192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30352" y="27980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31520" y="279806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932688" y="279806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2920" y="299923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&lt;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ніколи не True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2679192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873752" y="27980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074920" y="279806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276088" y="279806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46320" y="299923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&lt;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2679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27448" y="2679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" y="3639312"/>
            <a:ext cx="8412480" cy="3291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02920" y="36393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Неінформативне повідомлення про помилку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36393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повинен знати, що виправити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530352" y="41239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731520" y="41239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932688" y="41239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502920" y="432511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("Помилка")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що саме?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4005072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Shape 40"/>
          <p:cNvSpPr/>
          <p:nvPr/>
        </p:nvSpPr>
        <p:spPr>
          <a:xfrm>
            <a:off x="4873752" y="41239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Shape 41"/>
          <p:cNvSpPr/>
          <p:nvPr/>
        </p:nvSpPr>
        <p:spPr>
          <a:xfrm>
            <a:off x="5074920" y="41239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5276088" y="41239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4846320" y="4325112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("Вік має бути від 0 до 120")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4048" y="4005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27448" y="4005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Як будувати зрозумілі перевірки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58368" y="960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9601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коли ОБИДВІ умови True — для поєднання вимог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1463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4630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коли хоча б ОДНА умова True — для альтернатив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1965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19659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інвертує: True → False, False → True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Хибні знач.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46888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"", None, [] — False; все інше — True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58368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name: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297180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 перевірка на непорожнє значення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58368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== 1 or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34747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НЕПРАВИЛЬНО — потрібно x == 1 or x == 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58368" y="3977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Валідація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9776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перевіряй ім'я, діапазон, тип, допустимі значення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Цикли while і for — повторення дій автоматично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1092</Words>
  <Application>Microsoft Macintosh PowerPoint</Application>
  <PresentationFormat>On-screen Show (16:9)</PresentationFormat>
  <Paragraphs>303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4</dc:title>
  <dc:subject>PptxGenJS Presentation</dc:subject>
  <dc:creator>PptxGenJS</dc:creator>
  <cp:lastModifiedBy>Штефан Дмитро</cp:lastModifiedBy>
  <cp:revision>2</cp:revision>
  <dcterms:created xsi:type="dcterms:W3CDTF">2026-05-23T07:18:10Z</dcterms:created>
  <dcterms:modified xsi:type="dcterms:W3CDTF">2026-05-23T07:26:52Z</dcterms:modified>
</cp:coreProperties>
</file>