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15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C4B5FD">
              <a:alpha val="7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Generative AI та LLM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штучний інтелект генерує контент і прискорює роботу розробника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764792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4434840"/>
            <a:ext cx="758952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816352" y="4434840"/>
            <a:ext cx="758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03904" y="4434840"/>
            <a:ext cx="2267712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803904" y="443484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0216" y="4434840"/>
            <a:ext cx="1865376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300216" y="44348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AI-інструменти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95560" y="4892040"/>
            <a:ext cx="1371600" cy="137160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519379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таке Generative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Генеративний ШІ — напрям штучного інтелекту, моделі якого навчаються на величезних масивах даних і вміють створювати новий, раніше не існуючий контент.
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відміну від класичних моделей, що лише класифікують чи прогнозують мітку ("це спам", "це кіт"), генеративна модель будує ймовірнісне уявлення про дані й генерує з нього щось нове.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може генерувати: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8284" y="40941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896884" y="402336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і програмний код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8284" y="451474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896884" y="4443984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 та відео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8284" y="493536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896884" y="486460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Аудіо і музику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8284" y="535599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896884" y="5285232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3D-моделі та дизайн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63640" y="1508759"/>
            <a:ext cx="5394960" cy="4746651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653796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запит → результат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37960" y="214884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676656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66560" y="2532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"Напиши вітання з днем народження"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37960" y="31546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676656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0" y="35387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"Функція сортування списку в Python"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41605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676656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66560" y="4544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"Кіт-космонавт у скафандрі"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37960" y="51663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5"/>
          <p:cNvSpPr/>
          <p:nvPr/>
        </p:nvSpPr>
        <p:spPr>
          <a:xfrm>
            <a:off x="6766560" y="5257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Аудіо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55504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"Мелодія у стилі джаз, 30 сек"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Навіщо потрібен Generative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цінність генеративного ШІ —</a:t>
            </a:r>
            <a:r>
              <a:rPr lang="uk-UA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виконання 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</a:t>
            </a:r>
            <a:r>
              <a:rPr lang="uk-UA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них задач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пришвидш</a:t>
            </a:r>
            <a:r>
              <a:rPr lang="uk-UA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ення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шлях</a:t>
            </a:r>
            <a:r>
              <a:rPr lang="uk-UA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 ідеї до результату.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822960" y="2496312"/>
            <a:ext cx="502920" cy="50292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982980" y="2656332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508760" y="2579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Автоматизація рутини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1089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шаблонного контенту, документації, тестів, типових листів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22402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6355080" y="2496312"/>
            <a:ext cx="502920" cy="502920"/>
          </a:xfrm>
          <a:prstGeom prst="ellipse">
            <a:avLst/>
          </a:prstGeom>
          <a:solidFill>
            <a:srgbClr val="C4B5FD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6515100" y="2656332"/>
            <a:ext cx="182880" cy="182880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7040880" y="257997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Прискорення прототипування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31089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 отримати чернетку статті, макет інтерфейсу чи перший варіант коду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5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982980" y="4713732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1508760" y="462028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Персоналізація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51663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Масштабоване створення контенту під конкретного користувача чи задачу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80760" y="42976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0"/>
          <p:cNvSpPr/>
          <p:nvPr/>
        </p:nvSpPr>
        <p:spPr>
          <a:xfrm>
            <a:off x="6355080" y="4553712"/>
            <a:ext cx="502920" cy="502920"/>
          </a:xfrm>
          <a:prstGeom prst="ellipse">
            <a:avLst/>
          </a:prstGeom>
          <a:solidFill>
            <a:srgbClr val="5EEAD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1"/>
          <p:cNvSpPr/>
          <p:nvPr/>
        </p:nvSpPr>
        <p:spPr>
          <a:xfrm>
            <a:off x="6515100" y="471373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7040880" y="46117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Підсилення креативності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0" y="51663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+ AI разом: більше ідей, варіантів і стилів для вибору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Model: що це та як працює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(Large Language Model) — велика мовна модель: нейромережа навчена передбачати наступне слово на основі попереднього тексту.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основі більшості сучасних LLM —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яка дозволяє моделі враховувати контекст усього речення чи документа одночасно.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Текст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959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"Кіт сидить на..."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63240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383280" y="3063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35661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Токенізація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566160" y="3959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розбиття на токени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897880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217920" y="3063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64008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Transformer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00800" y="3959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контексту (увага)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732520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052560" y="3063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92354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23544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Наступний токен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235440" y="39593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найімовірніше слово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4709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додається до тексту, і цикл повторюється, поки відповідь не буде згенеровано повністю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Можливості та обмеження LLM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Можливості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42256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1097280" y="23531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та редагування тексту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292548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1097280" y="28560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Підсумовування великих текстів (summarization)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42840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1097280" y="33590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Переклад між мовами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68680" y="393132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1097280" y="38619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та пояснення програмного коду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" y="443424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1097280" y="43648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Відповіді на питання за наданим контекстом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68680" y="493716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1097280" y="48677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тональності та класифікація тексту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82512" y="150876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8"/>
          <p:cNvSpPr/>
          <p:nvPr/>
        </p:nvSpPr>
        <p:spPr>
          <a:xfrm>
            <a:off x="6702552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Обмеження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702552" y="242256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6931152" y="23531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Галюцинації — модель може впевнено "вигадувати" факти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702552" y="292548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6931152" y="28560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Застарілі знання (knowledge cutoff)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702552" y="342840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4"/>
          <p:cNvSpPr/>
          <p:nvPr/>
        </p:nvSpPr>
        <p:spPr>
          <a:xfrm>
            <a:off x="6931152" y="33590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Обмежене "вікно" контексту за раз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702552" y="393132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6"/>
          <p:cNvSpPr/>
          <p:nvPr/>
        </p:nvSpPr>
        <p:spPr>
          <a:xfrm>
            <a:off x="6931152" y="38619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справжнього розуміння, лише передбачення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702552" y="443424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8"/>
          <p:cNvSpPr/>
          <p:nvPr/>
        </p:nvSpPr>
        <p:spPr>
          <a:xfrm>
            <a:off x="6931152" y="43648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Можливі упередження (bias) з навчальних даних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702552" y="493716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Text 30"/>
          <p:cNvSpPr/>
          <p:nvPr/>
        </p:nvSpPr>
        <p:spPr>
          <a:xfrm>
            <a:off x="6931152" y="48677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значних обчислювальних ресурсів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З МОДЕЛЛЮ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таке prompt та prompt engineering?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103120"/>
            <a:ext cx="4663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Вхідний текст або інструкція, яку користувач подає моделі, щоб отримати потрібний результат. Це основний спосіб "керувати" LLM без її перенавчання.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82512" y="150876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6702552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02552" y="2103120"/>
            <a:ext cx="4663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свідомого проєктування, тестування й оптимізації промптів, щоб отримати від моделі точніші й корисніші відповіді.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на практиці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Слабкий промпт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38912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1078992" y="4590288"/>
            <a:ext cx="4197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"Напиши про собак"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" y="4855464"/>
            <a:ext cx="4197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немає теми, формату, обсягу,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78992" y="5120640"/>
            <a:ext cx="4197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тону чи аудиторії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82512" y="384048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6656832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Сильний промпт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656832" y="438912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6912864" y="4590288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"Напиши короткий пост (100 слів)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912864" y="4837176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 дружньому тоні про користь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12864" y="5084064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щоденних прогулянок із собакою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912864" y="5330952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власника-початківця.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912864" y="5577840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Додай 3 практичні поради."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Принципи гарного промпту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88366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Конкретність і чіткість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17320" y="21305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Вкажи, що саме потрібно, для кого і в якому вигляді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49440" y="188332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Контекст і роль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949440" y="21305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 досвідчений …" — дай моделі фон і точку зору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7320" y="33924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Приклади (few-shot)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417320" y="363931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1–2 приклади бажаного результату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80760" y="310896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9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6309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49440" y="33924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Формат відповіді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949440" y="363931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Список, таблиця, JSON, максимальна довжина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4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5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1732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Покрокове мислення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417320" y="51480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"Розміркуй крок за кроком" для складних задач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080760" y="461772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29"/>
          <p:cNvSpPr/>
          <p:nvPr/>
        </p:nvSpPr>
        <p:spPr>
          <a:xfrm>
            <a:off x="6309360" y="4846320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Text 30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4944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Ітерація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6949440" y="51480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Уточнюй запит за результатом, не бійся перегенеровувати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РИНКУ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Популярні LLM сьогодні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Сильні сторони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11109960" cy="658368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 (ChatGPT)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21031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577840" y="21031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Універсальність, мультимодальність, широка екосистема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7614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27614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577840" y="27614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з кодом, довгий контекст, увага до безпеки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19856"/>
            <a:ext cx="11109960" cy="658368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822960" y="34198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91840" y="34198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77840" y="341985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сервісами Google, мультимодальність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407822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40782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577840" y="407822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Відкриті ваги, можна запускати локально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736592"/>
            <a:ext cx="11109960" cy="658368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822960" y="4736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91840" y="47365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577840" y="47365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Компактні відкриті моделі, ефективність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5394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91840" y="5394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577840" y="53949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код, висока продуктивність за нижчу вартість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ПРОДУКТИВНІСТЬ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AI-інструменти для розробника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8836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27706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Автодоповнення коду прямо в редакторі за контекстом файлу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8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8836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 Code / Codex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0" y="27706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Агентні асистенти: пишуть, рефакторять і тестують код за задачею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8836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ChatGPT / Claude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21040" y="27706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Пояснення помилок, рев’ю коду, генерація тестів і документації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6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89534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entury Schoolbook" pitchFamily="34" charset="0"/>
              </a:rPr>
              <a:t>Claude Design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822960" y="4782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UI-компонентів та прототипів інтерфейсу з опису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29768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0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895344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Perplexity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572000" y="4782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і research-запити з прямими посиланнями на джерела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4672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24"/>
          <p:cNvSpPr/>
          <p:nvPr/>
        </p:nvSpPr>
        <p:spPr>
          <a:xfrm>
            <a:off x="8275320" y="3794760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895344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2104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 CoWork / Antigravity / Chat GPT Work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321040" y="4782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Автоматизація офісної роботи. Для досліджень, аналізу та створення документів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та LLM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варто запам’ятати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777240" y="2112264"/>
            <a:ext cx="457200" cy="45720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914400" y="2249424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46304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331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генерує новий контент на основі патернів, вивчених із даних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C4B5FD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914400" y="3310128"/>
            <a:ext cx="182880" cy="182880"/>
          </a:xfrm>
          <a:prstGeom prst="ellipse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1463040" y="30540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B5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3924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велика мовна модель на архітектурі Transformer, що передбачає наступний токен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5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914400" y="4370832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146304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44531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мистецтво формулювати чіткі, структуровані запити до моделі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056632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0"/>
          <p:cNvSpPr/>
          <p:nvPr/>
        </p:nvSpPr>
        <p:spPr>
          <a:xfrm>
            <a:off x="777240" y="5294376"/>
            <a:ext cx="457200" cy="457200"/>
          </a:xfrm>
          <a:prstGeom prst="ellipse">
            <a:avLst/>
          </a:prstGeom>
          <a:solidFill>
            <a:srgbClr val="5EEAD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1"/>
          <p:cNvSpPr/>
          <p:nvPr/>
        </p:nvSpPr>
        <p:spPr>
          <a:xfrm>
            <a:off x="914400" y="5431536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1463040" y="51755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AI-інструменти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63040" y="55138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Claude Code, ChatGPT та інші прискорюють щоденну роботу розробника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820</Words>
  <Application>Microsoft Macintosh PowerPoint</Application>
  <PresentationFormat>Custom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3</cp:revision>
  <dcterms:created xsi:type="dcterms:W3CDTF">2026-08-02T16:27:13Z</dcterms:created>
  <dcterms:modified xsi:type="dcterms:W3CDTF">2026-08-02T16:46:53Z</dcterms:modified>
</cp:coreProperties>
</file>