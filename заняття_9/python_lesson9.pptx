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42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Текстові задачі і повторення циклів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166360" y="987552"/>
            <a:ext cx="3520440" cy="30632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330952" y="11064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532120" y="11064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733288" y="11064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303520" y="1307592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("Повідомлення: 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text.strip().lower()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clean_text: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symbol.isdigit():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("Цифр:", count)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Маршрут заняття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73476"/>
            <a:ext cx="7955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49808" y="1155772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49808" y="1155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2289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Рядки як дані від користувача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2197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input, strip, lower, upper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786708"/>
            <a:ext cx="7955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49808" y="1869004"/>
            <a:ext cx="365760" cy="36576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49808" y="18690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19421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Мислення про змінні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9238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що зберігаємо і навіщо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499940"/>
            <a:ext cx="7955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749808" y="2582236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49808" y="2582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26553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Цикли по тексту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26462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по символах, while для меню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213172"/>
            <a:ext cx="7955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749808" y="3295468"/>
            <a:ext cx="365760" cy="36576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9808" y="32954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33777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Лічильники і прапорці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33274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count, has_digit, is_valid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3926404"/>
            <a:ext cx="7955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749808" y="4008700"/>
            <a:ext cx="365760" cy="36576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749808" y="40087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40909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 перед функціями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09160" y="407478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короткі задачі з розбором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Алгоритм мислення перед кодом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1737360" cy="960120"/>
          </a:xfrm>
          <a:prstGeom prst="rect">
            <a:avLst/>
          </a:prstGeom>
          <a:solidFill>
            <a:srgbClr val="202A56"/>
          </a:solidFill>
          <a:ln w="12700">
            <a:solidFill>
              <a:srgbClr val="3DC9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1208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ввів користувач?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21992" y="1371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24328" y="1170432"/>
            <a:ext cx="1737360" cy="960120"/>
          </a:xfrm>
          <a:prstGeom prst="rect">
            <a:avLst/>
          </a:prstGeom>
          <a:solidFill>
            <a:srgbClr val="1E245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624328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34056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треба запам'ятати?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1371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37176" y="1170432"/>
            <a:ext cx="1737360" cy="960120"/>
          </a:xfrm>
          <a:prstGeom prst="rect">
            <a:avLst/>
          </a:prstGeom>
          <a:solidFill>
            <a:srgbClr val="202A56"/>
          </a:solidFill>
          <a:ln w="12700">
            <a:solidFill>
              <a:srgbClr val="3DC9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37176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обробка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46904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перевіряємо або рахуємо?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47688" y="137160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050024" y="1170432"/>
            <a:ext cx="1737360" cy="960120"/>
          </a:xfrm>
          <a:prstGeom prst="rect">
            <a:avLst/>
          </a:prstGeom>
          <a:solidFill>
            <a:srgbClr val="1E2450"/>
          </a:solidFill>
          <a:ln w="12700">
            <a:solidFill>
              <a:srgbClr val="3DC9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7050024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59752" y="166420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покажемо?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1560" y="2715768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1280160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ми маємо на вході;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1560" y="3099816"/>
            <a:ext cx="128016" cy="128016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1280160" y="30175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змінні нам потрібні;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51560" y="3483864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1280160" y="3401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кожна змінна означає;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" y="3867912"/>
            <a:ext cx="128016" cy="128016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1280160" y="37856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змінюється в циклі;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51560" y="4251960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1280160" y="41696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буде результатом.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8076" y="4718304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 питання повторюємо перед кожною задачею, поки це не стане звичкою.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Рядок — це текстові дані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web-додатках багато даних приходить саме як текст: ім'я, email, команда, пароль, повідомлення.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58952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ім'я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strip → привітання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28032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28032" y="1984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перевірка @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58952" y="2907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пароль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цикл → прапорці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3611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28032" y="2907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28032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lower → if/elif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959352"/>
            <a:ext cx="7132320" cy="8686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1170432" y="40782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1371600" y="40782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1572768" y="40782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1143000" y="42793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("Ім'я: 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clean_name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name.strip()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 " + clean_name + "!")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Методи рядків: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беремо тільки потрібне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50083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13232" y="1378099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1368955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зайві пробіли з країв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38928" y="1368955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name.strip()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08451"/>
            <a:ext cx="813816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3E8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13232" y="2036467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2027323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зробити текст маленькими літерами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8928" y="2027323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command.lower()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66819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13232" y="2694835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685691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зробити текст великими літерами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38928" y="2685691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code.upper()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25187"/>
            <a:ext cx="813816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3E8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713232" y="3353203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3344059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замінити частину тексту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38928" y="3344059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text.replace("погано", "добре")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83555"/>
            <a:ext cx="8138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13232" y="4011571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4002427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наявність слова або символу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4002427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"@" in email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526280"/>
            <a:ext cx="7680960" cy="256032"/>
          </a:xfrm>
          <a:prstGeom prst="rect">
            <a:avLst/>
          </a:prstGeom>
          <a:solidFill>
            <a:srgbClr val="3DC9B0">
              <a:alpha val="15000"/>
            </a:srgbClr>
          </a:solidFill>
          <a:ln w="12700">
            <a:solidFill>
              <a:srgbClr val="3DC9B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868680" y="4553712"/>
            <a:ext cx="7406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треба знати всі методи. Треба вміти вибрати 1-2 методи під конкретну задачу.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Змінна має відповідати на питання: </a:t>
            </a:r>
            <a:endParaRPr lang="uk-UA" sz="3000" b="1" dirty="0">
              <a:solidFill>
                <a:srgbClr val="E8EEFE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тут зберігається?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16152"/>
            <a:ext cx="781812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640080" y="1216152"/>
            <a:ext cx="64008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77824" y="13350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07792" y="132588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початковий текст від користувача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781812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64008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77824" y="1947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clean_message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19385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очищений текст після strip/lower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41448"/>
            <a:ext cx="781812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64008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877824" y="2560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07792" y="25511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разів щось знайшли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054096"/>
            <a:ext cx="781812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640080" y="3054096"/>
            <a:ext cx="64008" cy="43891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877824" y="31729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has_digit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07792" y="3163824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знайшли цифру: True або False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666744"/>
            <a:ext cx="781812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40080" y="3666744"/>
            <a:ext cx="64008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877824" y="37856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07792" y="37764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поточний символ у циклі for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4348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Погана назва змінної = важче зрозуміти програму. Хороша назва вже пояснює частину логіки.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Індекси і зрізи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схожий на список символів: можна взяти перший, останній або частину тексту.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458" y="1780057"/>
            <a:ext cx="3840480" cy="16916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805050" y="1898929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006218" y="1898929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207386" y="1898929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77618" y="2100097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 # 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(word[-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# 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(word[: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 # Pyt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698" y="1780057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093586" y="2118385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322186" y="2036089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символ: `text[0]`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586" y="2529865"/>
            <a:ext cx="128016" cy="128016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322186" y="2447569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останній символ: `text[-1]`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93586" y="2941345"/>
            <a:ext cx="128016" cy="128016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322186" y="2859049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початок тексту: `text[:3]`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88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по рядку: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кожен символ по черзі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4712" y="1394460"/>
            <a:ext cx="3931920" cy="13258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39304" y="151333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40472" y="151333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41640" y="151333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11872" y="17145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"Ананас"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(symbol)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26672" y="139446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100992" y="16413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5704" y="16504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тимчасова змінна циклу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00992" y="20894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кожному кроці вона отримує новий символ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3154680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105156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48840" y="3154680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214884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46120" y="3154680"/>
            <a:ext cx="777240" cy="594360"/>
          </a:xfrm>
          <a:prstGeom prst="rect">
            <a:avLst/>
          </a:prstGeom>
          <a:solidFill>
            <a:srgbClr val="3DC9B0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24612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43400" y="3154680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34340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40680" y="3154680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44068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37960" y="3154680"/>
            <a:ext cx="777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653796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22452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не створює всі символи одразу. Він бере один символ, виконує код, потім бере наступний.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Лічильник: змінна, яка зростає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141488"/>
            <a:ext cx="4800600" cy="30175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58952" y="12603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60120" y="12603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61288" y="12603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31520" y="1461528"/>
            <a:ext cx="4526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("Текст: ").lower()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("Літера: ").lower()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 == letter: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count +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("Кількість:", count)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141488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897880" y="135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змінюється?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97880" y="2001024"/>
            <a:ext cx="128016" cy="128016"/>
          </a:xfrm>
          <a:prstGeom prst="ellipse">
            <a:avLst/>
          </a:prstGeom>
          <a:solidFill>
            <a:srgbClr val="7A8BB5"/>
          </a:solidFill>
          <a:ln w="12700">
            <a:solidFill>
              <a:srgbClr val="7A8B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126480" y="1918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`text` не змінюється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2412504"/>
            <a:ext cx="128016" cy="128016"/>
          </a:xfrm>
          <a:prstGeom prst="ellipse">
            <a:avLst/>
          </a:prstGeom>
          <a:solidFill>
            <a:srgbClr val="7A8BB5"/>
          </a:solidFill>
          <a:ln w="12700">
            <a:solidFill>
              <a:srgbClr val="7A8B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126480" y="23302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`letter` не змінюється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2823984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126480" y="27416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`symbol` змінює цикл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97880" y="3235464"/>
            <a:ext cx="128016" cy="128016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126480" y="3153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`count` змінюємо ми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Прапорець: змінна True / False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83564"/>
            <a:ext cx="4663440" cy="31546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58952" y="12024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60120" y="12024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61288" y="12024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31520" y="1403604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("Пароль: 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has_digit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symbol.isdigit():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has_digit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has_digit: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("У паролі є цифра")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248156"/>
            <a:ext cx="2926080" cy="594360"/>
          </a:xfrm>
          <a:prstGeom prst="rect">
            <a:avLst/>
          </a:prstGeom>
          <a:solidFill>
            <a:srgbClr val="202847"/>
          </a:solidFill>
          <a:ln w="12700">
            <a:solidFill>
              <a:srgbClr val="313A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779008" y="13853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13121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ще нічого не знайшли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77840" y="2071116"/>
            <a:ext cx="2926080" cy="594360"/>
          </a:xfrm>
          <a:prstGeom prst="rect">
            <a:avLst/>
          </a:prstGeom>
          <a:solidFill>
            <a:srgbClr val="26315C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779008" y="22082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1351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змінили, коли знайшли потрібний символ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77840" y="2894076"/>
            <a:ext cx="2926080" cy="594360"/>
          </a:xfrm>
          <a:prstGeom prst="rect">
            <a:avLst/>
          </a:prstGeom>
          <a:solidFill>
            <a:srgbClr val="202847"/>
          </a:solidFill>
          <a:ln w="12700">
            <a:solidFill>
              <a:srgbClr val="313A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779008" y="30312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has_digit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29580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циклу перевірили загальний результат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Прапорець відповідає на питання: «ми вже знайшли те, що шукали?»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у текстових задачах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50392" y="1152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порожнє ім'я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40280" y="11704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clean_name == ""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28032" y="1152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без @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1704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"@" not in email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48256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850392" y="2194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короткий пароль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2212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len(password) &lt; 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48256"/>
            <a:ext cx="3474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28032" y="21945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 start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128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== "start"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246120"/>
            <a:ext cx="6675120" cy="14173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1399032" y="3364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1600200" y="3364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1801368" y="3364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("Email: ").strip()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"@" in email: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("Email схожий на правильний")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("У email немає @")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while: коли програма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чекає команди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9246" y="1254844"/>
            <a:ext cx="5394960" cy="32461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43838" y="13737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945006" y="13737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146174" y="13737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16406" y="1574884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r>
              <a:rPr lang="en-US" sz="113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command != 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"exit"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</a:t>
            </a:r>
            <a:r>
              <a:rPr lang="en-US" sz="113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("Команда: ").strip().lower()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command == 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"help"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("help, about, exit")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command == 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"about"</a:t>
            </a:r>
            <a:r>
              <a:rPr lang="en-US" sz="113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13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("Текстова програма")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48526" y="1254844"/>
            <a:ext cx="23317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22846" y="15017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Коли while?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58838" y="2114380"/>
            <a:ext cx="128016" cy="128016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687438" y="20320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знаємо, скільки буде команд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58838" y="2617300"/>
            <a:ext cx="128016" cy="128016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687438" y="25350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працює до `exit`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58838" y="3120220"/>
            <a:ext cx="128016" cy="128016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87438" y="30379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команда проходить через `if`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Приклад розбору: перевірка пароля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79792" y="164592"/>
            <a:ext cx="1417320" cy="347472"/>
          </a:xfrm>
          <a:prstGeom prst="round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479792" y="1645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Розбір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1083" y="1266444"/>
            <a:ext cx="3474720" cy="5029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42251" y="14036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Вхід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48091" y="13853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1083" y="1952244"/>
            <a:ext cx="3474720" cy="50292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42251" y="20894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48091" y="20711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has_digit, has_upper, is_valid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1083" y="2638044"/>
            <a:ext cx="3474720" cy="5029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42251" y="27752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Обробка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48091" y="27569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по символах + if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1083" y="3323844"/>
            <a:ext cx="3474720" cy="50292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42251" y="34610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48091" y="34427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E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повідомлення про проблеми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35843" y="1266444"/>
            <a:ext cx="4251960" cy="24688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00435" y="13853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701603" y="13853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902771" y="13853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473003" y="1586484"/>
            <a:ext cx="3977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len(password) &lt; </a:t>
            </a: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1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("Пароль короткий")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has_digit: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1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("Додайте цифру")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has_upper: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1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("Додайте велику літеру")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2519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важливо не просто написати код, а пояснити, навіщо кожна змінна існує.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Підсумок заняття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106070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03120" y="103327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початкові дані від користувача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99032"/>
            <a:ext cx="8229600" cy="36576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399032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49961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змінні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03120" y="147218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названі місця, де ми зберігаємо дані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37944"/>
            <a:ext cx="8229600" cy="36576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1837944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19385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03120" y="191109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умови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8229600" cy="36576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3774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03120" y="235000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перебір символів або елементів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715768"/>
            <a:ext cx="8229600" cy="36576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2715768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28163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03120" y="27889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повторення, поки не буде потрібної команди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32552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103120" y="322783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лічильник для підрахунку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8229600" cy="36576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57200" y="3593592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8368" y="369417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has_...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103120" y="366674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прапорець True / False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032504"/>
            <a:ext cx="8229600" cy="36576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457200" y="4032504"/>
            <a:ext cx="54864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658368" y="413308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103120" y="410565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користувач має побачити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40280" y="48280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— як дати назву готовій логіці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982</Words>
  <Application>Microsoft Macintosh PowerPoint</Application>
  <PresentationFormat>On-screen Show (16:9)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9</dc:title>
  <dc:subject>Текстові задачі і повторення циклів</dc:subject>
  <dc:creator>Python Web Course</dc:creator>
  <cp:lastModifiedBy>Штефан Дмитро</cp:lastModifiedBy>
  <cp:revision>2</cp:revision>
  <dcterms:created xsi:type="dcterms:W3CDTF">2026-06-07T16:56:17Z</dcterms:created>
  <dcterms:modified xsi:type="dcterms:W3CDTF">2026-06-07T17:08:09Z</dcterms:modified>
</cp:coreProperties>
</file>